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 (≈1 min): apresentar-se e anunciar que o TG é um portfólio, não um projeto novo.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Introdução (≈2 min): trajetória pessoal e expectativas.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a metodologia de construção do TG (≈1,5 min).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a sequência dos PIs e as três fases (≈1 min).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 slide por PI (≈1,5 min cada): problema, solução e um aprendizado-chave.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 slide por PI (≈1,5 min cada): problema, solução e um aprendizado-chave.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 slide por PI (≈1,5 min cada): problema, solução e um aprendizado-chave.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 slide por PI (≈1,5 min cada): problema, solução e um aprendizado-chave.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 slide por PI (≈1,5 min cada): problema, solução e um aprendizado-chave.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 slide por PI (≈1,5 min cada): problema, solução e um aprendizado-chave.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Discussão integrada (≈2 min).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Retomar o perfil do egresso (≈1,5 min).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Reflexão crítica (≈1 min).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Conclusão (≈1,5 min). Tempo total previsto: 15 a 20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Desenvolvimento de competências em Ciência de Dados: a evolução do ciclo analítico na formação tecnológica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2336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Débora Kocks Nogueira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Trabalho de Graduação · Portfólio Integrador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CST em Ciência de Dados para Negócios · Fatec Votorantim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Quem sou e de onde parti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Arial"/>
              </a:rPr>
              <a:t>Formação anterior em Publicidade e Propaganda e técnico em Administração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Arial"/>
              </a:rPr>
              <a:t>Ponto forte inicial: negócio e comunicação; desafio: programação e estatística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Arial"/>
              </a:rPr>
              <a:t>Expectativa: usar dados para apoiar decisões sem perder a clareza na comunicação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Arial"/>
              </a:rPr>
              <a:t>Interesses que surgiram: visualização de dados e impacto social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9AA5B1"/>
                </a:solidFill>
                <a:latin typeface="Arial"/>
              </a:rPr>
              <a:t>Débora Kocks Nogueira · TG · Ciência de Dados para Negócios · Fatec Votorantim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O conceito do TG: portfólio integrador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Arial"/>
              </a:rPr>
              <a:t>Não é um projeto novo: é a curadoria e a reflexão crítica dos 6 PIs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Arial"/>
              </a:rPr>
              <a:t>Matriz de Evidências do Portfólio + pasta organizada no padrão do Manual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Arial"/>
              </a:rPr>
              <a:t>Cada PI analisado pelo checklist: contexto, técnicas, resultados, desafios e aprendizados, competências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Arial"/>
              </a:rPr>
              <a:t>Fio condutor: o ciclo analítico, da pergunta de negócio à solução governada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9AA5B1"/>
                </a:solidFill>
                <a:latin typeface="Arial"/>
              </a:rPr>
              <a:t>Débora Kocks Nogueira · TG · Ciência de Dados para Negócios · Fatec Votorantim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A trajetória em uma linha do tempo</a:t>
            </a:r>
          </a:p>
        </p:txBody>
      </p:sp>
      <p:pic>
        <p:nvPicPr>
          <p:cNvPr id="4" name="Picture 3" descr="linha_tem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7756" y="1280160"/>
            <a:ext cx="5816183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9AA5B1"/>
                </a:solidFill>
                <a:latin typeface="Arial"/>
              </a:rPr>
              <a:t>Débora Kocks Nogueira · TG · Ciência de Dados para Negócios · Fatec Votorantim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PI I · Compreendendo o negócio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Arial"/>
              </a:rPr>
              <a:t>Problema: cultivo doméstico em espaços urbanos pequenos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Arial"/>
              </a:rPr>
              <a:t>Solução: PlanTech, BMC e PMC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Arial"/>
              </a:rPr>
              <a:t>Aprendizado: a análise começa pela pergunta certa</a:t>
            </a:r>
          </a:p>
        </p:txBody>
      </p:sp>
      <p:pic>
        <p:nvPicPr>
          <p:cNvPr id="5" name="Picture 4" descr="v3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280160"/>
            <a:ext cx="5852160" cy="32918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9AA5B1"/>
                </a:solidFill>
                <a:latin typeface="Arial"/>
              </a:rPr>
              <a:t>Débora Kocks Nogueira · TG · Ciência de Dados para Negócios · Fatec Votorantim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PI II · Visualização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Arial"/>
              </a:rPr>
              <a:t>Problema: entender o consumidor urbano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Arial"/>
              </a:rPr>
              <a:t>Solução: Design Thinking, pesquisa (37 respostas) e Power BI; Feira de Negócios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Arial"/>
              </a:rPr>
              <a:t>Aprendizado: dashboards dependem de dados bem organizados</a:t>
            </a:r>
          </a:p>
        </p:txBody>
      </p:sp>
      <p:pic>
        <p:nvPicPr>
          <p:cNvPr id="5" name="Picture 4" descr="v3_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280160"/>
            <a:ext cx="5852160" cy="33387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9AA5B1"/>
                </a:solidFill>
                <a:latin typeface="Arial"/>
              </a:rPr>
              <a:t>Débora Kocks Nogueira · TG · Ciência de Dados para Negócios · Fatec Votorantim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PI III · Engenharia de dados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Arial"/>
              </a:rPr>
              <a:t>Problema: PGAs das Fatecs em PDF sem padrão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Arial"/>
              </a:rPr>
              <a:t>Solução: Python (pdfplumber, pandas) e banco relacional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Arial"/>
              </a:rPr>
              <a:t>Aprendizado: a qualidade da entrada define a análise</a:t>
            </a:r>
          </a:p>
        </p:txBody>
      </p:sp>
      <p:pic>
        <p:nvPicPr>
          <p:cNvPr id="5" name="Picture 4" descr="v3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280160"/>
            <a:ext cx="5852160" cy="31708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9AA5B1"/>
                </a:solidFill>
                <a:latin typeface="Arial"/>
              </a:rPr>
              <a:t>Débora Kocks Nogueira · TG · Ciência de Dados para Negócios · Fatec Votorantim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PI IV · Engenharia de dados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Arial"/>
              </a:rPr>
              <a:t>Problema: dados de violência contra a mulher dispersos (SEMUL)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Arial"/>
              </a:rPr>
              <a:t>Solução: ETL em Python, BigQuery e Looker Studio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Arial"/>
              </a:rPr>
              <a:t>Resultado: melhor trabalho do PI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Arial"/>
              </a:rPr>
              <a:t>Aprendizado: contagem absoluta engana; faltou validação da parceira</a:t>
            </a:r>
          </a:p>
        </p:txBody>
      </p:sp>
      <p:pic>
        <p:nvPicPr>
          <p:cNvPr id="5" name="Picture 4" descr="v3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280160"/>
            <a:ext cx="5852160" cy="28525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9AA5B1"/>
                </a:solidFill>
                <a:latin typeface="Arial"/>
              </a:rPr>
              <a:t>Débora Kocks Nogueira · TG · Ciência de Dados para Negócios · Fatec Votorantim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PI V · Modelagem preditiva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Arial"/>
              </a:rPr>
              <a:t>Problema: identificar áreas e períodos de concentração (DDM Sorocaba)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Arial"/>
              </a:rPr>
              <a:t>Solução: engenharia de atributos, XGBoost e Streamlit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Arial"/>
              </a:rPr>
              <a:t>Aprendizado (revisto no PI6): métricas quase perfeitas vinham de vazamento de rótulo</a:t>
            </a:r>
          </a:p>
        </p:txBody>
      </p:sp>
      <p:pic>
        <p:nvPicPr>
          <p:cNvPr id="5" name="Picture 4" descr="v3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280160"/>
            <a:ext cx="5852160" cy="47085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9AA5B1"/>
                </a:solidFill>
                <a:latin typeface="Arial"/>
              </a:rPr>
              <a:t>Débora Kocks Nogueira · TG · Ciência de Dados para Negócios · Fatec Votorantim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PI VI · Solução governada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Arial"/>
              </a:rPr>
              <a:t>Problema reformulado: classificação histórica por taxa, não previsão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Arial"/>
              </a:rPr>
              <a:t>Solução: Databricks, Delta Lake, Unity Catalog, MLflow e app com login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Arial"/>
              </a:rPr>
              <a:t>Resultado: maiores taxas em Votorantim; modelos não superam o acaso (p = 0,66)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Arial"/>
              </a:rPr>
              <a:t>Aprendizado: comunicar com honestidade um resultado negativo</a:t>
            </a:r>
          </a:p>
        </p:txBody>
      </p:sp>
      <p:pic>
        <p:nvPicPr>
          <p:cNvPr id="5" name="Picture 4" descr="pi6_p30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280160"/>
            <a:ext cx="5852160" cy="21789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9AA5B1"/>
                </a:solidFill>
                <a:latin typeface="Arial"/>
              </a:rPr>
              <a:t>Débora Kocks Nogueira · TG · Ciência de Dados para Negócios · Fatec Votorantim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Discussão integrada: como um projeto preparou o seguinte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Arial"/>
              </a:rPr>
              <a:t>Negócio (PI I–II) → pergunta certa e comunicação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Arial"/>
              </a:rPr>
              <a:t>Dados (PI III–IV) → pipelines, nuvem e conhecimento do domínio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Arial"/>
              </a:rPr>
              <a:t>Modelagem (PI V) → acertos e erros que definiram a agenda do PI VI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Arial"/>
              </a:rPr>
              <a:t>Governança (PI VI) → avaliação rigorosa, LGPD no código e app com acesso controlado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Arial"/>
              </a:rPr>
              <a:t>Maior evolução: a maturidade para desconfiar dos próprios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9AA5B1"/>
                </a:solidFill>
                <a:latin typeface="Arial"/>
              </a:rPr>
              <a:t>Débora Kocks Nogueira · TG · Ciência de Dados para Negócios · Fatec Votorantim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Competências do egresso evidenciadas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Arial"/>
              </a:rPr>
              <a:t>Analisar dados e identificar padrões · PI II a VI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Arial"/>
              </a:rPr>
              <a:t>Programar em Python · PI III a VI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Arial"/>
              </a:rPr>
              <a:t>Desenvolver soluções e arquitetura · PI III, IV e VI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Arial"/>
              </a:rPr>
              <a:t>Comunicar informações complexas · PI I, II, IV e VI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Arial"/>
              </a:rPr>
              <a:t>Resolver problemas complexos · PI V e VI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Arial"/>
              </a:rPr>
              <a:t>Gerenciar projetos · PI I e VI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Arial"/>
              </a:rPr>
              <a:t>Postura ética · PI IV a VI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9AA5B1"/>
                </a:solidFill>
                <a:latin typeface="Arial"/>
              </a:rPr>
              <a:t>Débora Kocks Nogueira · TG · Ciência de Dados para Negócios · Fatec Votorantim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Decisões e limites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Arial"/>
              </a:rPr>
              <a:t>Aceitar a mudança de escopo no PI V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Arial"/>
              </a:rPr>
              <a:t>Abandonar a previsão quando os dados não a sustentavam (PI VI)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Arial"/>
              </a:rPr>
              <a:t>Manter no relatório um resultado negativo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Arial"/>
              </a:rPr>
              <a:t>Limites: dados simulados no início, validação externa irregular, mesmo tema em três 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9AA5B1"/>
                </a:solidFill>
                <a:latin typeface="Arial"/>
              </a:rPr>
              <a:t>Débora Kocks Nogueira · TG · Ciência de Dados para Negócios · Fatec Votorantim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Conclusão e 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Arial"/>
              </a:rPr>
              <a:t>Objetivos atingidos: evidências organizadas, PIs analisados, evolução e competências demonstradas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Arial"/>
              </a:rPr>
              <a:t>Legado: percorrer o ciclo analítico e validar o que os dados permitem afirmar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Arial"/>
              </a:rPr>
              <a:t>Próximos passos: apresentar o PI VI à DDM, formalizar o termo de não divulgação, ampliar as unidades de análise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9AA5B1"/>
                </a:solidFill>
                <a:latin typeface="Arial"/>
              </a:rPr>
              <a:t>Débora Kocks Nogueira · TG · Ciência de Dados para Negócios · Fatec Votorantim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Obrigada!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Perguntas e discussão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